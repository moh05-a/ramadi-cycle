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580" y="1871663"/>
            <a:ext cx="3629791" cy="595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890" b="1" dirty="0">
                <a:solidFill>
                  <a:srgbClr val="D4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Suqya | سقيا</a:t>
            </a:r>
            <a:endParaRPr lang="en-US" sz="3890" dirty="0"/>
          </a:p>
        </p:txBody>
      </p:sp>
      <p:sp>
        <p:nvSpPr>
          <p:cNvPr id="4" name="Text 1"/>
          <p:cNvSpPr/>
          <p:nvPr/>
        </p:nvSpPr>
        <p:spPr>
          <a:xfrm>
            <a:off x="731490" y="2885108"/>
            <a:ext cx="8588306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Show a Jordanian household what its greywater can grow.</a:t>
            </a:r>
            <a:endParaRPr lang="en-US" sz="2020" dirty="0"/>
          </a:p>
        </p:txBody>
      </p:sp>
      <p:sp>
        <p:nvSpPr>
          <p:cNvPr id="5" name="Text 2"/>
          <p:cNvSpPr/>
          <p:nvPr/>
        </p:nvSpPr>
        <p:spPr>
          <a:xfrm>
            <a:off x="731490" y="3778523"/>
            <a:ext cx="361460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13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HACKTOBERFEST PROJECT DEMO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731490" y="4246215"/>
            <a:ext cx="381785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Green Tech &amp; Earth Preservation</a:t>
            </a:r>
            <a:endParaRPr lang="en-US" sz="15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0" y="500063"/>
            <a:ext cx="3354861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90" b="1" dirty="0">
                <a:solidFill>
                  <a:srgbClr val="D4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garden needs a</a:t>
            </a:r>
            <a:endParaRPr lang="en-US" sz="2590" dirty="0"/>
          </a:p>
        </p:txBody>
      </p:sp>
      <p:sp>
        <p:nvSpPr>
          <p:cNvPr id="4" name="Text 1"/>
          <p:cNvSpPr/>
          <p:nvPr/>
        </p:nvSpPr>
        <p:spPr>
          <a:xfrm>
            <a:off x="3657600" y="868710"/>
            <a:ext cx="4532360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90" b="1" dirty="0">
                <a:solidFill>
                  <a:srgbClr val="D4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water plan—not a guess</a:t>
            </a:r>
            <a:endParaRPr lang="en-US" sz="2590" dirty="0"/>
          </a:p>
        </p:txBody>
      </p:sp>
      <p:sp>
        <p:nvSpPr>
          <p:cNvPr id="5" name="Text 2"/>
          <p:cNvSpPr/>
          <p:nvPr/>
        </p:nvSpPr>
        <p:spPr>
          <a:xfrm>
            <a:off x="731490" y="2826008"/>
            <a:ext cx="2589468" cy="1133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Households need to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know what their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available water can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sustain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413745" y="2826008"/>
            <a:ext cx="3066484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Winter rain alone does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not answer the summer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watering question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96000" y="2826008"/>
            <a:ext cx="2950205" cy="1133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useful plan connects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plants, monthly water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needs and installation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costs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458" y="2572196"/>
            <a:ext cx="2314575" cy="1385888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14713" y="2572196"/>
            <a:ext cx="2314575" cy="1385888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967" y="2572196"/>
            <a:ext cx="2314575" cy="13858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0" y="500063"/>
            <a:ext cx="4317504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90" b="1" dirty="0">
                <a:solidFill>
                  <a:srgbClr val="D4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From household water</a:t>
            </a:r>
            <a:endParaRPr lang="en-US" sz="2590" dirty="0"/>
          </a:p>
        </p:txBody>
      </p:sp>
      <p:sp>
        <p:nvSpPr>
          <p:cNvPr id="4" name="Text 1"/>
          <p:cNvSpPr/>
          <p:nvPr/>
        </p:nvSpPr>
        <p:spPr>
          <a:xfrm>
            <a:off x="3657600" y="868710"/>
            <a:ext cx="3444634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90" b="1" dirty="0">
                <a:solidFill>
                  <a:srgbClr val="D4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 a viable garden</a:t>
            </a:r>
            <a:endParaRPr lang="en-US" sz="2590" dirty="0"/>
          </a:p>
        </p:txBody>
      </p:sp>
      <p:sp>
        <p:nvSpPr>
          <p:cNvPr id="5" name="Text 2"/>
          <p:cNvSpPr/>
          <p:nvPr/>
        </p:nvSpPr>
        <p:spPr>
          <a:xfrm>
            <a:off x="731490" y="2473598"/>
            <a:ext cx="665886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Describe your home and garden wishes in Arabic or English</a:t>
            </a:r>
            <a:endParaRPr lang="en-US" sz="1580" dirty="0"/>
          </a:p>
        </p:txBody>
      </p:sp>
      <p:sp>
        <p:nvSpPr>
          <p:cNvPr id="6" name="Text 3"/>
          <p:cNvSpPr/>
          <p:nvPr/>
        </p:nvSpPr>
        <p:spPr>
          <a:xfrm>
            <a:off x="731490" y="2924696"/>
            <a:ext cx="603654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Calculate greywater and rooftop rain month by month</a:t>
            </a:r>
            <a:endParaRPr lang="en-US" sz="1580" dirty="0"/>
          </a:p>
        </p:txBody>
      </p:sp>
      <p:sp>
        <p:nvSpPr>
          <p:cNvPr id="7" name="Text 4"/>
          <p:cNvSpPr/>
          <p:nvPr/>
        </p:nvSpPr>
        <p:spPr>
          <a:xfrm>
            <a:off x="731490" y="3375794"/>
            <a:ext cx="807530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Get an AI garden plan checked against water, space and plant suitability</a:t>
            </a:r>
            <a:endParaRPr lang="en-US" sz="1580" dirty="0"/>
          </a:p>
        </p:txBody>
      </p:sp>
      <p:sp>
        <p:nvSpPr>
          <p:cNvPr id="8" name="Text 5"/>
          <p:cNvSpPr/>
          <p:nvPr/>
        </p:nvSpPr>
        <p:spPr>
          <a:xfrm>
            <a:off x="731490" y="3826892"/>
            <a:ext cx="62622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See estimated savings and a priced plumbing build plan</a:t>
            </a:r>
            <a:endParaRPr lang="en-US" sz="158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007" y="2468761"/>
            <a:ext cx="7681912" cy="338137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007" y="2919859"/>
            <a:ext cx="7681912" cy="338137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007" y="3370957"/>
            <a:ext cx="7681912" cy="338137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1007" y="3822055"/>
            <a:ext cx="7681912" cy="3381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0" y="500063"/>
            <a:ext cx="3530248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90" b="1" dirty="0">
                <a:solidFill>
                  <a:srgbClr val="D4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proposes. Code</a:t>
            </a:r>
            <a:endParaRPr lang="en-US" sz="2590" dirty="0"/>
          </a:p>
        </p:txBody>
      </p:sp>
      <p:sp>
        <p:nvSpPr>
          <p:cNvPr id="4" name="Text 1"/>
          <p:cNvSpPr/>
          <p:nvPr/>
        </p:nvSpPr>
        <p:spPr>
          <a:xfrm>
            <a:off x="3657600" y="868710"/>
            <a:ext cx="3552885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90" b="1" dirty="0">
                <a:solidFill>
                  <a:srgbClr val="D4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checks every litre.</a:t>
            </a:r>
            <a:endParaRPr lang="en-US" sz="2590" dirty="0"/>
          </a:p>
        </p:txBody>
      </p:sp>
      <p:sp>
        <p:nvSpPr>
          <p:cNvPr id="5" name="Text 2"/>
          <p:cNvSpPr/>
          <p:nvPr/>
        </p:nvSpPr>
        <p:spPr>
          <a:xfrm>
            <a:off x="731490" y="2473598"/>
            <a:ext cx="515225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Local AI selects plants from a fixed catalogue</a:t>
            </a:r>
            <a:endParaRPr lang="en-US" sz="1580" dirty="0"/>
          </a:p>
        </p:txBody>
      </p:sp>
      <p:sp>
        <p:nvSpPr>
          <p:cNvPr id="6" name="Text 3"/>
          <p:cNvSpPr/>
          <p:nvPr/>
        </p:nvSpPr>
        <p:spPr>
          <a:xfrm>
            <a:off x="731490" y="2924696"/>
            <a:ext cx="708799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Python checks water demand in every month, including August</a:t>
            </a:r>
            <a:endParaRPr lang="en-US" sz="1580" dirty="0"/>
          </a:p>
        </p:txBody>
      </p:sp>
      <p:sp>
        <p:nvSpPr>
          <p:cNvPr id="7" name="Text 4"/>
          <p:cNvSpPr/>
          <p:nvPr/>
        </p:nvSpPr>
        <p:spPr>
          <a:xfrm>
            <a:off x="731490" y="3375794"/>
            <a:ext cx="535328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Rejects plans that exceed water or space limits</a:t>
            </a:r>
            <a:endParaRPr lang="en-US" sz="1580" dirty="0"/>
          </a:p>
        </p:txBody>
      </p:sp>
      <p:sp>
        <p:nvSpPr>
          <p:cNvPr id="8" name="Text 5"/>
          <p:cNvSpPr/>
          <p:nvPr/>
        </p:nvSpPr>
        <p:spPr>
          <a:xfrm>
            <a:off x="731490" y="3826892"/>
            <a:ext cx="747939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Up to three attempts; no passing plan means no plant suggestions</a:t>
            </a:r>
            <a:endParaRPr lang="en-US" sz="1580" dirty="0"/>
          </a:p>
        </p:txBody>
      </p:sp>
      <p:sp>
        <p:nvSpPr>
          <p:cNvPr id="9" name="Text 6"/>
          <p:cNvSpPr/>
          <p:nvPr/>
        </p:nvSpPr>
        <p:spPr>
          <a:xfrm>
            <a:off x="731490" y="4277990"/>
            <a:ext cx="436906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Toilet and kitchen water are excluded</a:t>
            </a:r>
            <a:endParaRPr lang="en-US" sz="158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007" y="2468761"/>
            <a:ext cx="7681912" cy="338137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007" y="2919859"/>
            <a:ext cx="7681912" cy="338137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007" y="3370957"/>
            <a:ext cx="7681912" cy="338137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1007" y="3822055"/>
            <a:ext cx="7681912" cy="338137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1007" y="4273153"/>
            <a:ext cx="7681912" cy="3381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0" y="500063"/>
            <a:ext cx="3977759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90" b="1" dirty="0">
                <a:solidFill>
                  <a:srgbClr val="D4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working prototype—with</a:t>
            </a:r>
            <a:endParaRPr lang="en-US" sz="2590" dirty="0"/>
          </a:p>
        </p:txBody>
      </p:sp>
      <p:sp>
        <p:nvSpPr>
          <p:cNvPr id="4" name="Text 1"/>
          <p:cNvSpPr/>
          <p:nvPr/>
        </p:nvSpPr>
        <p:spPr>
          <a:xfrm>
            <a:off x="4593952" y="868710"/>
            <a:ext cx="2534230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90" b="1" dirty="0">
                <a:solidFill>
                  <a:srgbClr val="D4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honest limits</a:t>
            </a:r>
            <a:endParaRPr lang="en-US" sz="2590" dirty="0"/>
          </a:p>
        </p:txBody>
      </p:sp>
      <p:sp>
        <p:nvSpPr>
          <p:cNvPr id="5" name="Text 2"/>
          <p:cNvSpPr/>
          <p:nvPr/>
        </p:nvSpPr>
        <p:spPr>
          <a:xfrm>
            <a:off x="731490" y="2473598"/>
            <a:ext cx="570260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React garden planner backed by a local Python API</a:t>
            </a:r>
            <a:endParaRPr lang="en-US" sz="1580" dirty="0"/>
          </a:p>
        </p:txBody>
      </p:sp>
      <p:sp>
        <p:nvSpPr>
          <p:cNvPr id="6" name="Text 3"/>
          <p:cNvSpPr/>
          <p:nvPr/>
        </p:nvSpPr>
        <p:spPr>
          <a:xfrm>
            <a:off x="731490" y="2924696"/>
            <a:ext cx="779214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Runs locally with Ollama; cloud models are optional and off by default</a:t>
            </a:r>
            <a:endParaRPr lang="en-US" sz="1580" dirty="0"/>
          </a:p>
        </p:txBody>
      </p:sp>
      <p:sp>
        <p:nvSpPr>
          <p:cNvPr id="7" name="Text 4"/>
          <p:cNvSpPr/>
          <p:nvPr/>
        </p:nvSpPr>
        <p:spPr>
          <a:xfrm>
            <a:off x="731490" y="3375794"/>
            <a:ext cx="725167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Estimates tanker trips avoided, dinars saved and CO₂ reductions</a:t>
            </a:r>
            <a:endParaRPr lang="en-US" sz="1580" dirty="0"/>
          </a:p>
        </p:txBody>
      </p:sp>
      <p:sp>
        <p:nvSpPr>
          <p:cNvPr id="8" name="Text 5"/>
          <p:cNvSpPr/>
          <p:nvPr/>
        </p:nvSpPr>
        <p:spPr>
          <a:xfrm>
            <a:off x="731490" y="3826892"/>
            <a:ext cx="822147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Some water-use assumptions, plant factors and prices remain estimates</a:t>
            </a:r>
            <a:endParaRPr lang="en-US" sz="1580" dirty="0"/>
          </a:p>
        </p:txBody>
      </p:sp>
      <p:sp>
        <p:nvSpPr>
          <p:cNvPr id="9" name="Text 6"/>
          <p:cNvSpPr/>
          <p:nvPr/>
        </p:nvSpPr>
        <p:spPr>
          <a:xfrm>
            <a:off x="731490" y="4277990"/>
            <a:ext cx="766745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Planning guidance—not an approved plumbing or agronomy design</a:t>
            </a:r>
            <a:endParaRPr lang="en-US" sz="158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007" y="2468761"/>
            <a:ext cx="7681912" cy="338137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007" y="2919859"/>
            <a:ext cx="7681912" cy="338137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007" y="3370957"/>
            <a:ext cx="7681912" cy="338137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1007" y="3822055"/>
            <a:ext cx="7681912" cy="338137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1007" y="4273153"/>
            <a:ext cx="7681912" cy="3381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0" y="500063"/>
            <a:ext cx="3938483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90" b="1" dirty="0">
                <a:solidFill>
                  <a:srgbClr val="D4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Let’s turn household</a:t>
            </a:r>
            <a:endParaRPr lang="en-US" sz="2590" dirty="0"/>
          </a:p>
        </p:txBody>
      </p:sp>
      <p:sp>
        <p:nvSpPr>
          <p:cNvPr id="4" name="Text 1"/>
          <p:cNvSpPr/>
          <p:nvPr/>
        </p:nvSpPr>
        <p:spPr>
          <a:xfrm>
            <a:off x="3657600" y="868710"/>
            <a:ext cx="4972616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90" b="1" dirty="0">
                <a:solidFill>
                  <a:srgbClr val="D4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water into greener homes</a:t>
            </a:r>
            <a:endParaRPr lang="en-US" sz="2590" dirty="0"/>
          </a:p>
        </p:txBody>
      </p:sp>
      <p:sp>
        <p:nvSpPr>
          <p:cNvPr id="5" name="Text 2"/>
          <p:cNvSpPr/>
          <p:nvPr/>
        </p:nvSpPr>
        <p:spPr>
          <a:xfrm>
            <a:off x="731490" y="2473598"/>
            <a:ext cx="73387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158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Next: validate assumptions with local households and specialists</a:t>
            </a:r>
            <a:endParaRPr lang="en-US" sz="1580" dirty="0"/>
          </a:p>
        </p:txBody>
      </p:sp>
      <p:sp>
        <p:nvSpPr>
          <p:cNvPr id="6" name="Text 3"/>
          <p:cNvSpPr/>
          <p:nvPr/>
        </p:nvSpPr>
        <p:spPr>
          <a:xfrm>
            <a:off x="731490" y="2879229"/>
            <a:ext cx="667404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1580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Next: verify installation prices and greywater requirements</a:t>
            </a:r>
            <a:endParaRPr lang="en-US" sz="1580" dirty="0"/>
          </a:p>
        </p:txBody>
      </p:sp>
      <p:sp>
        <p:nvSpPr>
          <p:cNvPr id="7" name="Text 4"/>
          <p:cNvSpPr/>
          <p:nvPr/>
        </p:nvSpPr>
        <p:spPr>
          <a:xfrm>
            <a:off x="731490" y="3284860"/>
            <a:ext cx="735885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1580" b="1" dirty="0">
                <a:solidFill>
                  <a:srgbClr val="12324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Seeking feedback, pilot partners and open-source contributors</a:t>
            </a:r>
            <a:endParaRPr lang="en-US" sz="1580" dirty="0"/>
          </a:p>
        </p:txBody>
      </p:sp>
      <p:sp>
        <p:nvSpPr>
          <p:cNvPr id="8" name="Text 5"/>
          <p:cNvSpPr/>
          <p:nvPr/>
        </p:nvSpPr>
        <p:spPr>
          <a:xfrm>
            <a:off x="731490" y="3690491"/>
            <a:ext cx="412663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1580" u="sng" dirty="0">
                <a:solidFill>
                  <a:srgbClr val="D4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github.com/moh05-a/Ramadi-Cycle</a:t>
            </a:r>
            <a:endParaRPr lang="en-US" sz="1580" dirty="0"/>
          </a:p>
        </p:txBody>
      </p:sp>
      <p:sp>
        <p:nvSpPr>
          <p:cNvPr id="9" name="Text 6"/>
          <p:cNvSpPr/>
          <p:nvPr/>
        </p:nvSpPr>
        <p:spPr>
          <a:xfrm>
            <a:off x="731490" y="4096122"/>
            <a:ext cx="2224861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3D5F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Thank you</a:t>
            </a:r>
            <a:endParaRPr lang="en-US" sz="2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2026-10-24T14:59:58Z</dcterms:created>
  <dcterms:modified xsi:type="dcterms:W3CDTF">2026-10-24T14:59:58Z</dcterms:modified>
</cp:coreProperties>
</file>